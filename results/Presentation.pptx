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D2FCCA7-5A62-4DB5-AB50-776BC77FD6B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BD7AF2C4-29EC-4370-B411-07A71AE93926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LibreOffice/25.8.5.2$Windows_X86_64 LibreOffice_project/9c8b85f387cc00a89945a79c9e6239f32e450ac2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2026-04-21T00:39:46Z</dcterms:created>
  <dc:creator/>
  <dc:description/>
  <dc:language>en-US</dc:language>
  <cp:lastModifiedBy/>
  <cp:revision>0</cp:revision>
  <dc:subject/>
  <dc:title/>
</cp:coreProperties>
</file>